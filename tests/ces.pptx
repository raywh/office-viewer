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哇啊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发的官方的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方法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第三方似懂非懂顺丰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弟弟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演示</Application>
  <PresentationFormat>宽屏</PresentationFormat>
  <Paragraphs>10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哇啊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Administrator</cp:lastModifiedBy>
  <cp:revision>158</cp:revision>
  <dcterms:created xsi:type="dcterms:W3CDTF">2019-06-19T02:08:00Z</dcterms:created>
  <dcterms:modified xsi:type="dcterms:W3CDTF">2026-06-18T17:23:24Z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AA72DF73C7B2471DB35215E41F556D3D_11</vt:lpwstr>
  </property>
</Properties>
</file>